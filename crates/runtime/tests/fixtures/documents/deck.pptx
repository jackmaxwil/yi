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notesMasters/notesMaster1.xml" ContentType="application/vnd.openxmlformats-officedocument.presentationml.notesMaster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notesMaster" Target="notesMasters/notesMaster1.xml" /><Relationship Id="rId8" Type="http://schemas.openxmlformats.org/officeDocument/2006/relationships/viewProps" Target="viewProps.xml" /><Relationship Id="rId7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0" Type="http://schemas.openxmlformats.org/officeDocument/2006/relationships/tableStyles" Target="tableStyles.xml" /><Relationship Id="rId9" Type="http://schemas.openxmlformats.org/officeDocument/2006/relationships/theme" Target="theme/theme1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C1CCF-B725-44A7-AA57-5E433BD85C9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BDFEC3-8487-43E8-A154-7C12CBC1FF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70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2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Speaker note: mention the lease.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2</a:t>
            </a:fld>
            <a:endParaRPr lang="en-US"/>
          </a:p>
        </p:txBody>
      </p:sp>
    </p:spTree>
  </p:cSld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notesSlide" Target="../notesSlides/notesSlide1.xml" /><Relationship Id="rId3" Type="http://schemas.openxmlformats.org/officeDocument/2006/relationships/image" Target="../media/image1.png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Quarterly review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Budget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café budget closed on time.</a:t>
            </a:r>
          </a:p>
        </p:txBody>
      </p:sp>
      <p:pic>
        <p:nvPicPr>
          <p:cNvPr descr="chart.png" id="0" name="Picture 1"/>
          <p:cNvPicPr>
            <a:picLocks noGrp="1" noChangeAspect="1"/>
          </p:cNvPicPr>
          <p:nvPr/>
        </p:nvPicPr>
        <p:blipFill>
          <a:blip r:embed="rId3"/>
          <a:stretch>
            <a:fillRect/>
          </a:stretch>
        </p:blipFill>
        <p:spPr bwMode="auto">
          <a:xfrm>
            <a:off x="3568700" y="863600"/>
            <a:ext cx="5105400" cy="25527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>
            <p:ph idx="1"/>
          </p:nvPr>
        </p:nvSpPr>
        <p:spPr>
          <a:xfrm>
            <a:off x="3568700" y="4076700"/>
            <a:ext cx="51054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chart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Staffing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/>
              <a:t>Zoë joins in March</a:t>
            </a:r>
          </a:p>
          <a:p>
            <a:pPr lvl="0"/>
            <a:r>
              <a:rPr/>
              <a:t>Łukasz moves to nights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Next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Sign the lease.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2026-09-10T18:49:47Z</dcterms:created>
  <dcterms:modified xsi:type="dcterms:W3CDTF">2026-09-10T18:49:47Z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